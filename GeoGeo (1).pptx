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Economica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Economic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conomica-italic.fntdata"/><Relationship Id="rId14" Type="http://schemas.openxmlformats.org/officeDocument/2006/relationships/font" Target="fonts/Economica-bold.fntdata"/><Relationship Id="rId17" Type="http://schemas.openxmlformats.org/officeDocument/2006/relationships/font" Target="fonts/OpenSans-regular.fntdata"/><Relationship Id="rId16" Type="http://schemas.openxmlformats.org/officeDocument/2006/relationships/font" Target="fonts/Economica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409beb2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409beb2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9409beb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9409beb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409beb2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9409beb2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409beb2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9409beb2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409beb2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409beb2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409beb2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409beb2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GeoGeo</a:t>
            </a:r>
            <a:endParaRPr sz="49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Бшоян Арман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Люди плохо </a:t>
            </a:r>
            <a:r>
              <a:rPr lang="ru"/>
              <a:t>знают</a:t>
            </a:r>
            <a:r>
              <a:rPr lang="ru"/>
              <a:t> наш мир,и это очень </a:t>
            </a:r>
            <a:r>
              <a:rPr lang="ru"/>
              <a:t>грустно</a:t>
            </a:r>
            <a:r>
              <a:rPr lang="ru"/>
              <a:t> (((((((((((((((((((((((((((((((((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Тех. стек 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Kotkin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xml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firebase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БД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60000"/>
            <a:ext cx="8334074" cy="12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350" y="96150"/>
            <a:ext cx="235223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500" y="96150"/>
            <a:ext cx="232974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 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01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Мы проделали большой путь: от идеи до рабочего приложения , системой очков. Несмотря на технические трудности с эмулятором и Firebase, у нас получилось стабильное, полностью рабочее приложение.</a:t>
            </a:r>
            <a:r>
              <a:rPr lang="ru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highlight>
                <a:schemeClr val="lt1"/>
              </a:highlight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350" y="2486013"/>
            <a:ext cx="1981200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